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2192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ig44K6d8C3C9y2saiowvTYyJlV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28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685800"/>
            <a:ext cx="1930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3245556"/>
            <a:ext cx="2914650" cy="773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3245556"/>
            <a:ext cx="2914650" cy="773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4453467"/>
            <a:ext cx="2901255" cy="655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988734"/>
            <a:ext cx="2915543" cy="146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4453467"/>
            <a:ext cx="2915543" cy="655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755425"/>
            <a:ext cx="3471863" cy="8664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3657600"/>
            <a:ext cx="2211884" cy="677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755425"/>
            <a:ext cx="3471863" cy="8664222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3657600"/>
            <a:ext cx="2211884" cy="677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-438856" y="4155899"/>
            <a:ext cx="7735712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81057" y="5075811"/>
            <a:ext cx="10332156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2519318" y="3639917"/>
            <a:ext cx="10332156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11256" y="1632045"/>
            <a:ext cx="5829300" cy="94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Mahatma Education Society's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 b="1">
                <a:latin typeface="Times New Roman"/>
                <a:ea typeface="Times New Roman"/>
                <a:cs typeface="Times New Roman"/>
                <a:sym typeface="Times New Roman"/>
              </a:rPr>
              <a:t>PILLAI COLLEGE OF ARTS,COMMERCE &amp; SCIENCE </a:t>
            </a: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(Empowered Autonomous)</a:t>
            </a:r>
            <a:b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Re-accredited “A” Grade by NAAC (3</a:t>
            </a:r>
            <a:r>
              <a:rPr lang="en-US" sz="1600" b="1" baseline="30000">
                <a:latin typeface="Times New Roman"/>
                <a:ea typeface="Times New Roman"/>
                <a:cs typeface="Times New Roman"/>
                <a:sym typeface="Times New Roman"/>
              </a:rPr>
              <a:t>rd </a:t>
            </a: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Cycle)</a:t>
            </a:r>
            <a:b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817493" y="4567229"/>
            <a:ext cx="5143500" cy="5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Project Completion Certificate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" descr="https://lh3.googleusercontent.com/5ubT5k9hTZey5_hmihVRFiMtPB0tOtLScCIezx_RQlKtlIwR6bNsG4xEf1eLjA7wkGwBGlTqvXevSu58bTHgHI9tLd0HiVQfPiR-Fy5oRo8hF0V_JGPAdaHdezZkoR-2XNGB1k0GmK3fL72zwq3UtpKm=s20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2220" y="2578716"/>
            <a:ext cx="1652288" cy="176464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514350" y="5281435"/>
            <a:ext cx="5829300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D04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TO  CERTIFY THAT</a:t>
            </a: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dirty="0">
                <a:solidFill>
                  <a:srgbClr val="0D04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Ansh Sunil Barot</a:t>
            </a:r>
            <a:r>
              <a:rPr lang="en-US" sz="3600" i="1" u="none" strike="noStrike" cap="none" dirty="0">
                <a:solidFill>
                  <a:srgbClr val="0D04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</a:t>
            </a:r>
            <a:endParaRPr sz="14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>
              <a:buSzPts val="1800"/>
            </a:pPr>
            <a:r>
              <a:rPr lang="en-US" sz="1800" i="0" u="none" strike="noStrike" cap="none" dirty="0">
                <a:solidFill>
                  <a:srgbClr val="0D04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-US" sz="1800" b="1" i="0" u="none" strike="noStrike" cap="none" dirty="0">
                <a:solidFill>
                  <a:srgbClr val="0D04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M.Sc. Data Analytics Part - II </a:t>
            </a:r>
            <a:r>
              <a:rPr lang="en-US" sz="1800" i="0" u="none" strike="noStrike" cap="none" dirty="0">
                <a:solidFill>
                  <a:srgbClr val="0D04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completed the project titled </a:t>
            </a:r>
            <a:r>
              <a:rPr lang="en-US" sz="1800" b="1" dirty="0">
                <a:solidFill>
                  <a:srgbClr val="0D04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 Shot Emotion Classification for Low Resource Text Domains </a:t>
            </a:r>
            <a:r>
              <a:rPr lang="en-US" sz="1800" i="0" u="none" strike="noStrike" cap="none" dirty="0">
                <a:solidFill>
                  <a:srgbClr val="0D04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subject </a:t>
            </a:r>
            <a:r>
              <a:rPr lang="en-US" sz="1800" b="1" i="0" u="none" strike="noStrike" cap="none" dirty="0">
                <a:solidFill>
                  <a:srgbClr val="0D04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Emotion Spectrum Evaluation </a:t>
            </a:r>
            <a:r>
              <a:rPr lang="en-US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our guidance and supervision during the academic year 202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Science.</a:t>
            </a: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14350" y="8853789"/>
            <a:ext cx="14709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401956" y="8853789"/>
            <a:ext cx="1788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Coordinator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607615" y="8802117"/>
            <a:ext cx="147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of the Department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9114" y="9621435"/>
            <a:ext cx="2258501" cy="219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6835" y="7956661"/>
            <a:ext cx="135255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58315" y="8064406"/>
            <a:ext cx="1076325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Mahatma Education Society's PILLAI COLLEGE OF ARTS,COMMERCE &amp; SCIENCE (Empowered Autonomous) Re-accredited “A” Grade by NAAC (3rd Cycle)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Ansh Barot</cp:lastModifiedBy>
  <cp:revision>2</cp:revision>
  <dcterms:modified xsi:type="dcterms:W3CDTF">2026-09-11T16:06:30Z</dcterms:modified>
</cp:coreProperties>
</file>